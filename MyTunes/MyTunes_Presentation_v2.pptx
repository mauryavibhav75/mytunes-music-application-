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34840"/>
            <a:ext cx="12188952" cy="6400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4572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  <a:latin typeface="Segoe UI"/>
              </a:rPr>
              <a:t>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1DB954"/>
                </a:solidFill>
                <a:latin typeface="Segoe UI"/>
              </a:rPr>
              <a:t>MyTunes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3B3B3"/>
                </a:solidFill>
                <a:latin typeface="Segoe UI"/>
              </a:rPr>
              <a:t>Ad-Free Social Music Streaming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8608"/>
            <a:ext cx="475488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7132320" cy="352044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9B59B6"/>
                </a:solidFill>
                <a:latin typeface="Segoe UI"/>
              </a:rPr>
              <a:t>PROJECT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47872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rgbClr val="FFFFFF"/>
                </a:solidFill>
                <a:latin typeface="Segoe UI"/>
              </a:rPr>
              <a:t>Priya Luhar(MCA2504003)</a:t>
            </a:r>
            <a:endParaRPr sz="1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7684" y="4123718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rgbClr val="FFFFFF"/>
                </a:solidFill>
                <a:latin typeface="Segoe UI"/>
              </a:rPr>
              <a:t>Vaibhav Maurya(MCA2504027)</a:t>
            </a:r>
            <a:endParaRPr sz="1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67715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rgbClr val="FFFFFF"/>
                </a:solidFill>
                <a:latin typeface="Segoe UI"/>
              </a:rPr>
              <a:t>Khushi </a:t>
            </a:r>
            <a:r>
              <a:rPr lang="en-IN" sz="1600" b="1" i="0" dirty="0" err="1">
                <a:solidFill>
                  <a:srgbClr val="FFFFFF"/>
                </a:solidFill>
                <a:latin typeface="Segoe UI"/>
              </a:rPr>
              <a:t>Daharwal</a:t>
            </a:r>
            <a:r>
              <a:rPr lang="en-IN" sz="1600" b="1" i="0" dirty="0">
                <a:solidFill>
                  <a:srgbClr val="FFFFFF"/>
                </a:solidFill>
                <a:latin typeface="Segoe UI"/>
              </a:rPr>
              <a:t>(MCA2504008)</a:t>
            </a:r>
            <a:endParaRPr sz="1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889" y="5266944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rgbClr val="FFFFFF"/>
                </a:solidFill>
                <a:latin typeface="Segoe UI"/>
              </a:rPr>
              <a:t>Tushar Rajpurohit(MCA2504038)</a:t>
            </a:r>
            <a:endParaRPr sz="1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Department of Computer Science  |  Academic Year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What is MyTunes?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3B3B3"/>
                </a:solidFill>
                <a:latin typeface="Segoe UI"/>
              </a:rPr>
              <a:t>MyTunes is a full-stack, ad-free social music streaming web application built with Node.js/Express (backend) and vanilla HTML/CSS/JS (frontend). It delivers a Spotify-like experience while adding social features – friends, playlist sharing, mood-based discovery, and real-time synchronized group listening via Socket.io.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40280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64008" cy="14173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2331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B954"/>
                </a:solidFill>
                <a:latin typeface="Segoe UI"/>
              </a:rPr>
              <a:t>🔐  Auth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157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Segoe UI"/>
              </a:rPr>
              <a:t>JWT tokens · bcrypt hashing
Remember-Me refresh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7" y="2240280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2240280"/>
            <a:ext cx="64008" cy="14173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2331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Segoe UI"/>
              </a:rPr>
              <a:t>🎵  Music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7157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Segoe UI"/>
              </a:rPr>
              <a:t>Browse, search &amp; stream songs
Full-featured audio player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2240280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2240280"/>
            <a:ext cx="64008" cy="1417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2331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  <a:latin typeface="Segoe UI"/>
              </a:rPr>
              <a:t>📋  Playlists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7157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Segoe UI"/>
              </a:rPr>
              <a:t>Create, edit &amp; manage playlists
Public / Friends / Private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22191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822191"/>
            <a:ext cx="64008" cy="141732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391363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C623"/>
                </a:solidFill>
                <a:latin typeface="Segoe UI"/>
              </a:rPr>
              <a:t>😊  Mood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2976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Segoe UI"/>
              </a:rPr>
              <a:t>Browse tracks by mood category
Happy, Sad, Energetic…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7" y="3822191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33087" y="3822191"/>
            <a:ext cx="64008" cy="14173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79" y="391363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  <a:latin typeface="Segoe UI"/>
              </a:rPr>
              <a:t>👥  Friends &amp; 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2976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Segoe UI"/>
              </a:rPr>
              <a:t>Send requests · Friend activity
Share music in real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3822191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91856" y="3822191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391363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Segoe UI"/>
              </a:rPr>
              <a:t>🎧  Listen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2976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Segoe UI"/>
              </a:rPr>
              <a:t>Socket.io room sync
Group listening sessions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Tech Stack: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6510528"/>
            <a:ext cx="1188720" cy="24688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Node.js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6510528"/>
            <a:ext cx="1188720" cy="2468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Express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6510528"/>
            <a:ext cx="1188720" cy="2468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6052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6510528"/>
            <a:ext cx="1188720" cy="24688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4068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Socket.io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6510528"/>
            <a:ext cx="1188720" cy="2468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JWT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6510528"/>
            <a:ext cx="1645919" cy="246888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01000" y="6551676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HTML / CSS / 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1 – Login &amp;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localhost:5500/index.html  |  Entry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localhost:5500/index.html</a:t>
            </a:r>
          </a:p>
        </p:txBody>
      </p:sp>
      <p:pic>
        <p:nvPicPr>
          <p:cNvPr id="12" name="Picture 11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34278"/>
            <a:ext cx="608076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B954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Split-Layout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Left hero panel shows app branding; right card holds Login/Register toggle forms.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Login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Email + Password → POST /api/auth/login → JWT stored in localStorage → redirect to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Register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Username, Email, Password, Confirm → POST /api/auth/register → auto-login on success.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Remember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Issues a 30-day refresh token so the user stays signed in across browser sessions.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Password Toggle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Eye icon switches input type between 'password' and 'text' for visibility.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Route 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If a valid JWT already exists in localStorage the page redirects to dashboard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1b – Register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localhost:5500/index.html  |  Register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localhost:5500/index.html</a:t>
            </a:r>
          </a:p>
        </p:txBody>
      </p:sp>
      <p:pic>
        <p:nvPicPr>
          <p:cNvPr id="12" name="Picture 11" descr="01b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B954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Username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Must be unique across all users. Validated server-side via POST /api/auth/register.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Email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Format validated on client and server. Duplicate email returns 409 Conflict.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Password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Minimum strength enforced by express-validator; bcrypt hashes password before storing.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Confirm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Client-side check ensures both fields match before the form is submitted.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Auto-Login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On successful registration the server returns a JWT and the user is taken to dashboard.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Toggle 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Login / Register buttons switch between the two forms with a smooth CSS transition.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2 – Dashboard: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localhost:5500/dashboard.html  |  Main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localhost:5500/dashboard.html</a:t>
            </a:r>
          </a:p>
        </p:txBody>
      </p:sp>
      <p:pic>
        <p:nvPicPr>
          <p:cNvPr id="12" name="Picture 11" descr="02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3-Column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Sidebar (navigation) | Scrollable main content | Optional right panel (Queue / Friends).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Time-Aware Greeting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Greeting updates dynamically: Good Morning / Afternoon / Evening based on local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Trending Songs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Fetched from GET /api/music/trending. Displayed as clickable song cards.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Browse by Mood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6 mood tiles (Happy, Sad, Energetic, Calm, Romantic, Focus). Each loads GET /api/music/mood?tag=&lt;mood&gt;.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Your Playlists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Loaded via GET /api/playlists/mine. Click a playlist card to open its detail 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Persistent Player Bar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Fixed footer: album art, title, play/pause, next/prev, shuffle, repeat, volume, progress.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3 –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dashboard.html  |  Search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3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Real-time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Debounced input calls GET /api/music/search?q=&lt;query&gt; as the user 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Song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Each result shows thumbnail, title, artist, duration. Clicking a row plays the song instantly.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Like from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Heart icon calls POST /api/music/:id/like. Liked state syncs to the Liked Songs page.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Add to Playlist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'+' button opens the Add to Playlist modal listing all user playlists (PATCH /api/playlists/:id).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Context Menu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Right-click any song → Play, Like, Add to Playlist, Add to Queue, Share.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Queue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Songs added to queue appear in the right Queue panel and play in order after the current track.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4 – Your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dashboard.html  |  Library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4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Playlists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Displays all user playlists as cards. Create new ones with the + Create button.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Recently Played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Tracks the last played songs stored in PlayHistory collection. GET /api/music/history.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Create Playlist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Modal with Name, Description, and Visibility (Public / Friends only / Private) fields.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Playlist Card Click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Opens the full playlist detail view showing all songs, hero image, play/shuffle controls.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Sidebar Playlists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Playlists also listed in the sidebar for quick navigation from any page.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Delete Playlist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Trash icon in playlist detail calls DELETE /api/playlists/:id after a confirm dialog.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5 – Liked Songs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dashboard.html  |  Liked Songs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5_liked_so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E3E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Saved Songs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All songs the user has hearted are saved here. Fetched via GET /api/music/liked.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Play 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Green play button loads all liked songs into the player queue starting from song #1.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Shuffle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Shuffle button randomises the playback order of the liked songs queue.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Song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Columns: #, Title, Artist, Duration, Like toggle. Clicking a row plays that song.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Unlike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Click the red heart on any row to unlike. POST /api/music/:id/like toggles the state.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Song 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Total liked-song count shown in the page header, updated dynamically after every like/unlike.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6 – Friends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dashboard.html  |  Friends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6_fri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Search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Type a username or email → POST /api/friends/search returns matching accounts.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Send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Click 'Add' → POST /api/friends/request. Recipient sees it in Pending Requests.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Accept / Decline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POST /api/friends/accept or /decline. Accepting creates a mutual Friendship document.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Friends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Shows all confirmed friends. Active friends display the song they are currently listening 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Real-time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Right panel updates live via Socket.io 'user-listening' events – see friends' current track.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Remove Friend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Three-dot menu → Remove Friend. Both users' lists are updated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7 – Listen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dashboard.html  |  Listen Together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7_listen_toge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DC8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Create a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Host names the session, sets visibility (Public / Friends / Private). Server returns a unique code.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Join by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Others enter the 6-character code in the Join modal → POST /api/sessions/join.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Socket.io 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All members join a Socket.io room. Play, Pause, Seek, Skip events broadcast to everyone.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Host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Only the session host can change the song or seek. All participants follow the host's state.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Live Member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Panel shows who is in the session, updated in real time as members join or leave.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Leave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Any member can leave. If the host leaves, the session ends for all participants.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Page 8 – User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dashboard.html  |  Profile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7_listen_toge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B954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Profile Hero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Shows avatar initials, display name, total plays, playlist count, and friend count.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Edit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Modal lets user update Display Name, Bio, and profile picture. PATCH /api/users/profile.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Top Tracks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Lists the user's most-played songs from PlayHistory, sorted by play count descending.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Public Playlists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Playlists marked as 'Public' are shown here. Other users can view and play them.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Stats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Plays, playlists, and friends counts pulled from GET /api/users/me and aggregated history.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Settings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Preferences include Dark Mode toggle, AutoPlay, and Language – stored in user document.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Feature – Create Playlist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Modal overlay triggered from Library or Home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3B3B3"/>
                </a:solidFill>
                <a:latin typeface="Segoe UI"/>
              </a:rPr>
              <a:t>Modal overlay triggered from Library or Home page</a:t>
            </a:r>
          </a:p>
        </p:txBody>
      </p:sp>
      <p:pic>
        <p:nvPicPr>
          <p:cNvPr id="12" name="Picture 11" descr="09_create_play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Playlist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Required field. Validated both client-side and server-side before saving.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Optional text describing the playlist. Stored in the Playlist MongoDB document.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Visibility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Public – anyone can see it. Friends Only – only friends. Private – only the owner.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Create Button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POST /api/playlists → Creates new Playlist document, adds it to sidebar and Library instantly.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Cancel / 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Dismisses modal without creating. Keyboard Escape also closes the overlay.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Instant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On successful creation the playlists grid and sidebar update without a full page reload.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B954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Full-stack overview – how all layers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5146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HTML · CSS · JS
Vanilla SPA
• index.html
• dashboard.html
• playlist.html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298448"/>
            <a:ext cx="2514600" cy="4572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Node.js + Express
• /api/auth
• /api/music
• /api/playlists
• /api/friends
• /api/sessions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1298448"/>
            <a:ext cx="2514600" cy="457200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Socket.io
• Room events:
  play/pause/seek
• Friends activity
 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46920" y="1298448"/>
            <a:ext cx="2514600" cy="4572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MongoDB
+ Mongoose ODM
• User · Song
• Playlist
• Friendship
• ListeningSession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3B3B3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3B3B3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3B3B3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989320"/>
            <a:ext cx="3749039" cy="658368"/>
          </a:xfrm>
          <a:prstGeom prst="rect">
            <a:avLst/>
          </a:prstGeom>
          <a:solidFill>
            <a:srgbClr val="1E1E2E"/>
          </a:solidFill>
          <a:ln w="1016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B954"/>
                </a:solidFill>
                <a:latin typeface="Segoe UI"/>
              </a:rPr>
              <a:t>🔐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Segoe UI"/>
              </a:rPr>
              <a:t>JWT 24h + 30d Refresh · bcrypt hashing · Protected route middleware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5989320"/>
            <a:ext cx="3749039" cy="658368"/>
          </a:xfrm>
          <a:prstGeom prst="rect">
            <a:avLst/>
          </a:prstGeom>
          <a:solidFill>
            <a:srgbClr val="1E1E2E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6035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egoe UI"/>
              </a:rPr>
              <a:t>🧪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6291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Segoe UI"/>
              </a:rPr>
              <a:t>Jest + Supertest · Unit &amp; Integration tests for controllers &amp; routes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5989320"/>
            <a:ext cx="3749039" cy="658368"/>
          </a:xfrm>
          <a:prstGeom prst="rect">
            <a:avLst/>
          </a:prstGeom>
          <a:solidFill>
            <a:srgbClr val="1E1E2E"/>
          </a:solidFill>
          <a:ln w="1016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6035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  <a:latin typeface="Segoe UI"/>
              </a:rPr>
              <a:t>🚀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6291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Segoe UI"/>
              </a:rPr>
              <a:t>Backend: Node.js port 5000 · Frontend: static files via Express/LiveServer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15584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0" y="731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  <a:latin typeface="Segoe UI"/>
              </a:rPr>
              <a:t>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8483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DB954"/>
                </a:solidFill>
                <a:latin typeface="Segoe UI"/>
              </a:rPr>
              <a:t>MyTunes – Ad-Free Social Music Streaming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41148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944368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Full-stack web app: Node.js + Express + MongoDB + HTML/CSS/JS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19856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Real-time sync via Socket.io for group listening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95344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77056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Secure JWT auth, bcrypt hashing, refresh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70832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Mood-based discovery, friends system &amp; social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2803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Segoe UI"/>
              </a:rPr>
              <a:t>Automated testing with Jest + Supertest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Segoe UI"/>
              </a:rPr>
              <a:t>Department of Computer Science  |  Academic Year 2024-25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1810</Words>
  <Application>Microsoft Office PowerPoint</Application>
  <PresentationFormat>Custom</PresentationFormat>
  <Paragraphs>219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Luhar</cp:lastModifiedBy>
  <cp:revision>2</cp:revision>
  <dcterms:created xsi:type="dcterms:W3CDTF">2013-01-27T09:14:16Z</dcterms:created>
  <dcterms:modified xsi:type="dcterms:W3CDTF">2026-04-18T15:47:50Z</dcterms:modified>
  <cp:category/>
</cp:coreProperties>
</file>